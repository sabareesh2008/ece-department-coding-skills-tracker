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&lt;&gt;  CODEMETRIX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Segoe UI"/>
              </a:defRPr>
            </a:pPr>
            <a:r>
              <a:t>CODEMETRIX</a:t>
            </a:r>
          </a:p>
          <a:p>
            <a:pPr>
              <a:spcAft>
                <a:spcPts val="3600"/>
              </a:spcAft>
              <a:defRPr sz="1400" i="1">
                <a:solidFill>
                  <a:srgbClr val="0EA5E9"/>
                </a:solidFill>
                <a:latin typeface="Segoe UI"/>
              </a:defRPr>
            </a:pPr>
            <a:r>
              <a:t>From Coding Activity to Actionable Performance Insights</a:t>
            </a:r>
          </a:p>
          <a:p>
            <a:pPr>
              <a:spcAft>
                <a:spcPts val="1200"/>
              </a:spcAft>
            </a:pPr>
            <a:r>
              <a:rPr sz="1000" b="1">
                <a:solidFill>
                  <a:srgbClr val="0EA5E9"/>
                </a:solidFill>
                <a:latin typeface="Segoe UI"/>
              </a:rPr>
              <a:t>TEAM NAME         </a:t>
            </a:r>
            <a:r>
              <a:rPr sz="1100">
                <a:solidFill>
                  <a:srgbClr val="F8FAFC"/>
                </a:solidFill>
                <a:latin typeface="Segoe UI"/>
              </a:rPr>
              <a:t>CodeMetrix</a:t>
            </a:r>
          </a:p>
          <a:p>
            <a:pPr>
              <a:spcAft>
                <a:spcPts val="1200"/>
              </a:spcAft>
            </a:pPr>
            <a:r>
              <a:rPr sz="1000" b="1">
                <a:solidFill>
                  <a:srgbClr val="0EA5E9"/>
                </a:solidFill>
                <a:latin typeface="Segoe UI"/>
              </a:rPr>
              <a:t>TEAM MEMBERS      </a:t>
            </a:r>
            <a:r>
              <a:rPr sz="1100">
                <a:solidFill>
                  <a:srgbClr val="F8FAFC"/>
                </a:solidFill>
                <a:latin typeface="Segoe UI"/>
              </a:rPr>
              <a:t>Sabareesh K  •  Sabarivasan P  •  Roshan M</a:t>
            </a:r>
          </a:p>
          <a:p>
            <a:pPr>
              <a:spcAft>
                <a:spcPts val="1200"/>
              </a:spcAft>
            </a:pPr>
            <a:r>
              <a:rPr sz="1000" b="1">
                <a:solidFill>
                  <a:srgbClr val="0EA5E9"/>
                </a:solidFill>
                <a:latin typeface="Segoe UI"/>
              </a:rPr>
              <a:t>DEPARTMENT        </a:t>
            </a:r>
            <a:r>
              <a:rPr sz="1100">
                <a:solidFill>
                  <a:srgbClr val="F8FAFC"/>
                </a:solidFill>
                <a:latin typeface="Segoe UI"/>
              </a:rPr>
              <a:t>II ECE 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645920"/>
            <a:ext cx="3017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spcAft>
                <a:spcPts val="1200"/>
              </a:spcAft>
              <a:defRPr sz="9000">
                <a:solidFill>
                  <a:srgbClr val="0F172A"/>
                </a:solidFill>
                <a:latin typeface="Segoe UI"/>
              </a:defRPr>
            </a:pPr>
            <a:r>
              <a:t>▣</a:t>
            </a:r>
          </a:p>
          <a:p>
            <a:pPr algn="ctr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SCAN TO VIEW</a:t>
            </a:r>
            <a:br/>
            <a:r>
              <a:t>CODEMETRIX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THE CHALLENGE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Students practice coding on platforms like LeetCode and GitHub, but faculty often lack a centralized system to track and evaluate that progress effectively.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Manual Tracking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Manual tracking of students' coding progress across individual profiles.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Hard to Monitor at Scale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Difficult to monitor hundreds of students and keep records continually updated.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82880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Inactive Students Missed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Faculty cannot easily identify inactive students early for timely guidance.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Scattered Data &amp; Copy-Paste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Student performance is scattered without code authenticity and paste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9319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No Easy Comparison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Difficult to compare section-wise performance, daily streaks, and authentic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9319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Database Storage Limits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Saving raw code submissions quickly exhausts free cloud limits without an auto-purge.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THE APPROACH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CodeMetrix is a centralized dashboard that automatically collects and analyzes students' LeetCode and GitHub activity, and presents it through student, section, and faculty dashboards.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118872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LeetCode &amp;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60320" cy="118872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Automated Data 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60320" cy="118872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Data Processing &amp; Forensics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560320" cy="118872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/>
          <a:lstStyle/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Supabase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383280"/>
            <a:ext cx="3962095" cy="6400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CODEMETRIX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Student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3891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Faculty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43891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UNDER THE HOOD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228600" rIns="228600"/>
          <a:lstStyle/>
          <a:p>
            <a:pPr algn="ctr"/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HTML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Builds the structure of the web dashboard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CSS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Creates the responsive and modern UI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JavaScript &amp; JSZip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Handles interactions, filtering, search &amp; 1-click ZIP downloads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5486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228600" rIns="228600"/>
          <a:lstStyle/>
          <a:p>
            <a:pPr algn="ctr"/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Python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Automates LeetCode/GitHub data collection and processing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GitHub Actions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Runs automated trackers periodically without manual execution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Monaco DOM Hook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Browser extension capturing typing rhythm and paste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645920"/>
            <a:ext cx="3474720" cy="5486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AUTOMATION &amp; 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0" lIns="228600" rIns="228600"/>
          <a:lstStyle/>
          <a:p>
            <a:pPr algn="ctr"/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SQL &amp; Triggers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Auto-replace deduplication constraints &amp; 50-problem purge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Supabase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Stores student profiles, coding data and application data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Row Level Security</a:t>
            </a:r>
          </a:p>
          <a:p>
            <a:pPr>
              <a:spcAft>
                <a:spcPts val="10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Guarantees secure access across faculty and student portals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645920"/>
            <a:ext cx="3474720" cy="5486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DATABASE &amp;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HOW IT WORKS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82296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82880"/>
          <a:lstStyle/>
          <a:p>
            <a:pPr algn="ctr">
              <a:defRPr b="1" sz="1100">
                <a:solidFill>
                  <a:srgbClr val="0EA5E9"/>
                </a:solidFill>
              </a:defRPr>
            </a:pPr>
            <a:r>
              <a:t>LeetCode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Problems solved (E / M / H)   • Daily activity &amp; submissions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82296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82880"/>
          <a:lstStyle/>
          <a:p>
            <a:pPr algn="ctr">
              <a:defRPr b="1" sz="1100">
                <a:solidFill>
                  <a:srgbClr val="0EA5E9"/>
                </a:solidFill>
              </a:defRPr>
            </a:pPr>
            <a:r>
              <a:t>GitHub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• Repositories &amp; commits   • Contribution activity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82880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Python — Processing Engine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Fetch data   • Process and clean data   • Validate deduplication   • Enforce 50-limit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82880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GitHub Actions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Scheduled execution   • Runs trackers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5212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182880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Supabase (PostgreSQL)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Central data store   • Auto-prune triggers   • Powers all dashboards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3474720" cy="137160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b="1" sz="1100">
                <a:solidFill>
                  <a:srgbClr val="0EA5E9"/>
                </a:solidFill>
              </a:defRPr>
            </a:pPr>
            <a:r>
              <a:t>Student Dashboard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• LeetCode &amp; GitHub activity</a:t>
            </a:r>
            <a:br/>
            <a:r>
              <a:t>• 1-Click ZIP archive download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663440"/>
            <a:ext cx="3474720" cy="137160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b="1" sz="1100">
                <a:solidFill>
                  <a:srgbClr val="0EA5E9"/>
                </a:solidFill>
              </a:defRPr>
            </a:pPr>
            <a:r>
              <a:t>Admin Dashboard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• Manage profiles &amp; faculty</a:t>
            </a:r>
            <a:br/>
            <a:r>
              <a:t>• Anti-paste forensics inspection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4663440"/>
            <a:ext cx="3474720" cy="1371600"/>
          </a:xfrm>
          <a:prstGeom prst="roundRect">
            <a:avLst/>
          </a:prstGeom>
          <a:solidFill>
            <a:srgbClr val="0B1E36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 algn="ctr">
              <a:defRPr b="1" sz="1100">
                <a:solidFill>
                  <a:srgbClr val="0EA5E9"/>
                </a:solidFill>
              </a:defRPr>
            </a:pPr>
            <a:r>
              <a:t>Faculty Dashboard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• Section-wise analysis</a:t>
            </a:r>
            <a:br/>
            <a:r>
              <a:t>• In-modal code inspection &amp; Excel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WHAT IT DELIVERS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Automated LeetCode &amp; GitHub Tracking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Daily background scraping captures solved counts, streaks, and difficulty breakdowns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Section-wise Analysis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Instant filtering across sections with ranked leaderboards and detailed student modals.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64592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Inactive Students Detection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Early identification of students with broken practice streaks for prompt academic mentoring.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Suspicious Solving Analysis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Extension tracks typing vs paste deltas to flag AI-pasted code while keeping short one-liners clean.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384048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50-Problem Download &amp; Auto-Purge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1-click ZIP and Excel archive of solved files with automatic database reset to maintain free cloud limits.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84048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600"/>
              </a:spcAft>
              <a:defRPr sz="1200" b="1">
                <a:solidFill>
                  <a:srgbClr val="0F172A"/>
                </a:solidFill>
                <a:latin typeface="Segoe UI"/>
              </a:defRPr>
            </a:pPr>
            <a:r>
              <a:t>Duplicate Prevention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Re-submitted problems automatically replace older records, guaranteeing zero duplicate entries.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WHAT SETS US APART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Unified Coding Intelligence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Combines LeetCode + GitHub activity into one intelligence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64592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Real-Time Monitoring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Automated, real-time activity monitoring across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Pattern-Based Integrity Checks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Physical keystroke counting and smart one-liner tolerance (&lt;=220 chars) eliminate false alarms.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10896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Self-Pruning Cloud Architecture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Maintains perpetual free-tier operation via automated rolling 50-problem pruning and offline archives.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Data-Driven Reporting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Historical and section-wise data-driven reporting formatted for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457200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228600" rIns="228600"/>
          <a:lstStyle/>
          <a:p>
            <a:pPr algn="ctr">
              <a:spcAft>
                <a:spcPts val="400"/>
              </a:spcAft>
              <a:defRPr sz="1150" b="1">
                <a:solidFill>
                  <a:srgbClr val="0F172A"/>
                </a:solidFill>
                <a:latin typeface="Segoe UI"/>
              </a:defRPr>
            </a:pPr>
            <a:r>
              <a:t>Automated Delivery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Automatic report sending and email updates for class advisors.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WHY IT MATTERS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0" lIns="274320"/>
          <a:lstStyle/>
          <a:p>
            <a:pPr algn="ctr"/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Consistent Practice            </a:t>
            </a:r>
            <a:r>
              <a:rPr sz="950">
                <a:solidFill>
                  <a:srgbClr val="64748B"/>
                </a:solidFill>
                <a:latin typeface="Segoe UI"/>
              </a:rPr>
              <a:t>Daily coding habit fostered across all students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Reduced Workload               </a:t>
            </a:r>
            <a:r>
              <a:rPr sz="950">
                <a:solidFill>
                  <a:srgbClr val="64748B"/>
                </a:solidFill>
                <a:latin typeface="Segoe UI"/>
              </a:rPr>
              <a:t>Automated monitoring saves 15+ faculty hours weekly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Early Intervention             </a:t>
            </a:r>
            <a:r>
              <a:rPr sz="950">
                <a:solidFill>
                  <a:srgbClr val="64748B"/>
                </a:solidFill>
                <a:latin typeface="Segoe UI"/>
              </a:rPr>
              <a:t>Inactive students identified quickly for counseling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Data-Driven Decisions          </a:t>
            </a:r>
            <a:r>
              <a:rPr sz="950">
                <a:solidFill>
                  <a:srgbClr val="64748B"/>
                </a:solidFill>
                <a:latin typeface="Segoe UI"/>
              </a:rPr>
              <a:t>Meaningful analytics for section-level performance reviews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Academic Integrity             </a:t>
            </a:r>
            <a:r>
              <a:rPr sz="950">
                <a:solidFill>
                  <a:srgbClr val="64748B"/>
                </a:solidFill>
                <a:latin typeface="Segoe UI"/>
              </a:rPr>
              <a:t>Unusual solving patterns and copy-paste dumps flagged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Storage Sustainability         </a:t>
            </a:r>
            <a:r>
              <a:rPr sz="950">
                <a:solidFill>
                  <a:srgbClr val="64748B"/>
                </a:solidFill>
                <a:latin typeface="Segoe UI"/>
              </a:rPr>
              <a:t>50-problem auto-pruning enables perpetual zero-cost operation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0F172A"/>
                </a:solidFill>
                <a:latin typeface="Segoe UI"/>
              </a:rPr>
              <a:t>Career Readiness               </a:t>
            </a:r>
            <a:r>
              <a:rPr sz="950">
                <a:solidFill>
                  <a:srgbClr val="64748B"/>
                </a:solidFill>
                <a:latin typeface="Segoe UI"/>
              </a:rPr>
              <a:t>Verified LeetCode + GitHub portfolios for placement drives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548640"/>
          </a:xfrm>
          <a:prstGeom prst="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IMPACT                            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WHAT'S NEXT</a:t>
            </a:r>
          </a:p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AI-Based Performance &amp; Complexity Optimization Hints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Advanced Anomaly &amp; Code Quality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Complete Online Department Coding Test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Mobile App &amp; Automated Telegram/WhatsApp Notifications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•  Integration with Multiple Coding Platforms (Codeforces, HackerRank, GFG)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28655" cy="548640"/>
          </a:xfrm>
          <a:prstGeom prst="roundRect">
            <a:avLst/>
          </a:prstGeom>
          <a:solidFill>
            <a:srgbClr val="0B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i="1">
                <a:solidFill>
                  <a:srgbClr val="F8FAFC"/>
                </a:solidFill>
                <a:latin typeface="Segoe UI"/>
              </a:defRPr>
            </a:pPr>
            <a:r>
              <a:t>The future vision of CodeMetrix is to evolve from a coding activity tracker into an intelligent, personalized coding education platform.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38190" y="2011680"/>
            <a:ext cx="914400" cy="914400"/>
          </a:xfrm>
          <a:prstGeom prst="roundRect">
            <a:avLst/>
          </a:prstGeom>
          <a:solidFill>
            <a:srgbClr val="0B1E36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EA5E9"/>
                </a:solidFill>
                <a:latin typeface="Segoe UI"/>
              </a:defRPr>
            </a:pPr>
            <a:r>
              <a:t>&lt;&gt;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4400" b="1">
                <a:solidFill>
                  <a:srgbClr val="F8FAFC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defRPr sz="1300">
                <a:solidFill>
                  <a:srgbClr val="0EA5E9"/>
                </a:solidFill>
                <a:latin typeface="Segoe UI"/>
              </a:defRPr>
            </a:pPr>
            <a:r>
              <a:t>CODEMETRIX  •  From Coding Activity to Actionable Performance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00" b="1">
                <a:solidFill>
                  <a:srgbClr val="475569"/>
                </a:solidFill>
                <a:latin typeface="Segoe UI"/>
              </a:defRPr>
            </a:pPr>
            <a:r>
              <a:t>C O D E M E T R I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