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&lt;&gt;  CODEMETRIX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CODEMETRIX</a:t>
            </a:r>
          </a:p>
          <a:p>
            <a:pPr>
              <a:spcAft>
                <a:spcPts val="3600"/>
              </a:spcAft>
              <a:defRPr sz="1400" i="1">
                <a:solidFill>
                  <a:srgbClr val="0EA5E9"/>
                </a:solidFill>
                <a:latin typeface="Segoe UI"/>
              </a:defRPr>
            </a:pPr>
            <a:r>
              <a:t>From Coding Activity to Actionable Performance Insights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0EA5E9"/>
                </a:solidFill>
                <a:latin typeface="Segoe UI"/>
              </a:rPr>
              <a:t>TEAM NAME         </a:t>
            </a:r>
            <a:r>
              <a:rPr sz="1100">
                <a:solidFill>
                  <a:srgbClr val="F8FAFC"/>
                </a:solidFill>
                <a:latin typeface="Segoe UI"/>
              </a:rPr>
              <a:t>CodeMetrix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0EA5E9"/>
                </a:solidFill>
                <a:latin typeface="Segoe UI"/>
              </a:rPr>
              <a:t>TEAM MEMBERS      </a:t>
            </a:r>
            <a:r>
              <a:rPr sz="1100">
                <a:solidFill>
                  <a:srgbClr val="F8FAFC"/>
                </a:solidFill>
                <a:latin typeface="Segoe UI"/>
              </a:rPr>
              <a:t>Sabareesh K  •  Sabarivasan P  •  Roshan M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0EA5E9"/>
                </a:solidFill>
                <a:latin typeface="Segoe UI"/>
              </a:rPr>
              <a:t>DEPARTMENT        </a:t>
            </a:r>
            <a:r>
              <a:rPr sz="1100">
                <a:solidFill>
                  <a:srgbClr val="F8FAFC"/>
                </a:solidFill>
                <a:latin typeface="Segoe UI"/>
              </a:rPr>
              <a:t>II ECE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THE CHALLENGE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Students practice coding on platforms like LeetCode and GitHub, but faculty often lack a centralized system to track and evaluate that progress effectively.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Manual Tracking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Manual tracking of students' coding progress across individual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Hard to Monitor at Scale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Difficult to monitor hundreds of students and keep records continually updated.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Inactive Students Missed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Faculty cannot easily identify inactive students early for timely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Scattered Data &amp; Copy-Paste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Student performance is scattered without code authenticity and paste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No Easy Comparison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Difficult to compare section-wise performance, daily streaks, and authentic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9319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Database Storage Limits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Saving raw code submissions quickly exhausts free cloud limits without an auto-purge.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THE APPROACH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CodeMetrix is a centralized dashboard that automatically collects and analyzes students' LeetCode and GitHub activity, and presents it through student, section, and faculty dashboards.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LeetCode &amp;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Data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Data Processing &amp; Forensics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ctr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Supabase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383280"/>
            <a:ext cx="3962095" cy="640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CODEMETRIX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57200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Student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3891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57200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Faculty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3891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457200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UNDER THE HOOD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0" rIns="228600" rtlCol="0" anchor="ctr"/>
          <a:lstStyle/>
          <a:p>
            <a:pPr algn="ctr"/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HTML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Builds the structure of the web dashboard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CSS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Creates the responsive and modern UI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JavaScript &amp; JSZip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Handles interactions, filtering, search &amp; 1-click ZIP downloads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0" rIns="228600" rtlCol="0" anchor="ctr"/>
          <a:lstStyle/>
          <a:p>
            <a:pPr algn="ctr"/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Python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Automates LeetCode/GitHub data collection and processing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GitHub Actions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Runs automated trackers periodically without manual execution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Monaco DOM Hook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Browser extension capturing typing rhythm and paste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74720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AUTOMATION &amp;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0" rIns="228600" rtlCol="0" anchor="ctr"/>
          <a:lstStyle/>
          <a:p>
            <a:pPr algn="ctr"/>
            <a:endParaRP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SQL &amp; Triggers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Auto-replace deduplication constraints &amp; 50-problem purge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Supabase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Stores student profiles, coding data and application data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Row Level Security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Guarantees secure access across faculty and student portals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645920"/>
            <a:ext cx="3474720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DATABASE &amp;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HOW IT WORKS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82296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LeetCode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Problems solved (E / M / H)   • Daily activity &amp;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82296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GitHub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Repositories &amp; commits   • Contribution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Python — Processing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Fetch data   • Process and clean data   • Validate deduplication   • Enforce 50-limit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GitHub Actions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Scheduled execution   • Runs trackers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Supabase (PostgreSQL)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Central data store   • Auto-prune triggers   • Powers all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474720" cy="137160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Student Dashboard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• LeetCode &amp; GitHub activity</a:t>
            </a:r>
            <a:br/>
            <a:r>
              <a:t>• 1-Click ZIP archive download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663440"/>
            <a:ext cx="3474720" cy="137160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Admin Dashboard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• Manage profiles &amp; faculty</a:t>
            </a:r>
            <a:br/>
            <a:r>
              <a:t>• Anti-paste forensics inspection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663440"/>
            <a:ext cx="3474720" cy="137160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Faculty Dashboard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• Section-wise analysis</a:t>
            </a:r>
            <a:br/>
            <a:r>
              <a:t>• In-modal code inspection &amp; Excel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893C-2983-6BAA-1F7B-C9DC5262E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581"/>
            <a:ext cx="12239625" cy="68314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8362F-6263-AC05-311F-D26F0D780E85}"/>
              </a:ext>
            </a:extLst>
          </p:cNvPr>
          <p:cNvSpPr txBox="1"/>
          <p:nvPr/>
        </p:nvSpPr>
        <p:spPr>
          <a:xfrm rot="10800000" flipV="1">
            <a:off x="3298371" y="357311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Algerian" panose="04020705040A02060702" pitchFamily="82" charset="0"/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311717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WHAT IT DELIVERS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Automated LeetCode &amp; GitHub Tracking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Daily background scraping captures solved counts, streaks, and difficulty breakdowns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Section-wise Analysis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Instant filtering across sections with ranked leaderboards and detailed student modals.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Inactive Students Detection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Early identification of students with broken practice streaks for prompt academic mentoring.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Suspicious Solving Analysis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Extension tracks typing vs paste deltas to flag AI-pasted code while keeping short one-liners clean.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50-Problem Download &amp; Auto-Purge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1-click ZIP and Excel archive of solved files with automatic database reset to maintain free cloud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Duplicate Prevention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Re-submitted problems automatically replace older records, guaranteeing zero duplicate entries.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WHAT SETS US APART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Unified Coding Intelligence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Combines LeetCode + GitHub activity into one intelligence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Real-Time Monitoring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Automated, real-time activity monitoring across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Pattern-Based Integrity Checks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Physical keystroke counting and smart one-liner tolerance (&lt;=220 chars) eliminate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0896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Self-Pruning Cloud Architecture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Maintains perpetual free-tier operation via automated rolling 50-problem pruning and offline archives.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Data-Driven Reporting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Historical and section-wise data-driven reporting formatted for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572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Automated Delivery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Automatic report sending and email updates for class advisors.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WHY IT MATTERS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640080" rtlCol="0" anchor="ctr"/>
          <a:lstStyle/>
          <a:p>
            <a:pPr algn="ctr"/>
            <a:endParaRPr dirty="0"/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Consistent Practice   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Daily coding habit fostered across all students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Reduced Workload      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Automated monitoring saves 15+ faculty hours weekly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Early Intervention    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Inactive students identified quickly for counseling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Data-Driven Decisions 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Meaningful analytics for section-level performance reviews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Academic Integrity    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Unusual solving patterns and copy-paste dumps flagged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Storage Sustainability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50-problem auto-pruning enables perpetual zero-cost operation</a:t>
            </a:r>
          </a:p>
          <a:p>
            <a:pPr>
              <a:spcAft>
                <a:spcPts val="600"/>
              </a:spcAft>
            </a:pPr>
            <a:r>
              <a:rPr sz="1000" b="1" dirty="0">
                <a:solidFill>
                  <a:srgbClr val="0F172A"/>
                </a:solidFill>
                <a:latin typeface="Segoe UI"/>
              </a:rPr>
              <a:t>Career Readiness               </a:t>
            </a:r>
            <a:r>
              <a:rPr sz="950" dirty="0">
                <a:solidFill>
                  <a:srgbClr val="64748B"/>
                </a:solidFill>
                <a:latin typeface="Segoe UI"/>
              </a:rPr>
              <a:t>Verified </a:t>
            </a:r>
            <a:r>
              <a:rPr sz="950" dirty="0" err="1">
                <a:solidFill>
                  <a:srgbClr val="64748B"/>
                </a:solidFill>
                <a:latin typeface="Segoe UI"/>
              </a:rPr>
              <a:t>LeetCode</a:t>
            </a:r>
            <a:r>
              <a:rPr sz="950" dirty="0">
                <a:solidFill>
                  <a:srgbClr val="64748B"/>
                </a:solidFill>
                <a:latin typeface="Segoe UI"/>
              </a:rPr>
              <a:t> + GitHub portfolios for placement drives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IMPACT                            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08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05E9DD-6C97-17A6-E77C-07A97B29E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531849"/>
              </p:ext>
            </p:extLst>
          </p:nvPr>
        </p:nvGraphicFramePr>
        <p:xfrm>
          <a:off x="594360" y="1341121"/>
          <a:ext cx="11002974" cy="47548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>
                  <a:extLst>
                    <a:ext uri="{9D8B030D-6E8A-4147-A177-3AD203B41FA5}">
                      <a16:colId xmlns:a16="http://schemas.microsoft.com/office/drawing/2014/main" val="3889498425"/>
                    </a:ext>
                  </a:extLst>
                </a:gridCol>
                <a:gridCol w="3667658">
                  <a:extLst>
                    <a:ext uri="{9D8B030D-6E8A-4147-A177-3AD203B41FA5}">
                      <a16:colId xmlns:a16="http://schemas.microsoft.com/office/drawing/2014/main" val="913280154"/>
                    </a:ext>
                  </a:extLst>
                </a:gridCol>
                <a:gridCol w="3667658">
                  <a:extLst>
                    <a:ext uri="{9D8B030D-6E8A-4147-A177-3AD203B41FA5}">
                      <a16:colId xmlns:a16="http://schemas.microsoft.com/office/drawing/2014/main" val="3359998934"/>
                    </a:ext>
                  </a:extLst>
                </a:gridCol>
              </a:tblGrid>
              <a:tr h="517859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Area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Before CodeMetrix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With CodeMetrix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516526"/>
                  </a:ext>
                </a:extLst>
              </a:tr>
              <a:tr h="84740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Faculty Effort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15+ hours/week on manual spreadsheet audits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100% automated background sync and 1-click Excel reports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7968080"/>
                  </a:ext>
                </a:extLst>
              </a:tr>
              <a:tr h="84740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Integrity &amp; Authenticity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Zero visibility into whether code was typed or pasted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Real-time classification (Clean, Suspicious, Flagged) based on keystroke data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021654"/>
                  </a:ext>
                </a:extLst>
              </a:tr>
              <a:tr h="84740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Inactive Student Detection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Inactive students discovered late during exams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Early warning alerts identifying broken practice streaks within 24 hours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568276"/>
                  </a:ext>
                </a:extLst>
              </a:tr>
              <a:tr h="84740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Storage &amp; Infrastructure Cost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High risk of hitting database limits or paid tiers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$0 perpetual cost via rolling 50-problem limit and offline .ZIP export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334017"/>
                  </a:ext>
                </a:extLst>
              </a:tr>
              <a:tr h="84740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Student Practice Habit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>
                          <a:effectLst/>
                        </a:rPr>
                        <a:t>Irregular, last-minute bulk copy-pasting</a:t>
                      </a:r>
                      <a:endParaRPr lang="en-IN" sz="105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050" dirty="0">
                          <a:effectLst/>
                        </a:rPr>
                        <a:t>Consistent daily coding habit driven by live section leaderboards</a:t>
                      </a:r>
                      <a:endParaRPr lang="en-IN" sz="1050" b="0" i="0" dirty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8786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38190" y="2011680"/>
            <a:ext cx="914400" cy="914400"/>
          </a:xfrm>
          <a:prstGeom prst="roundRect">
            <a:avLst/>
          </a:prstGeom>
          <a:solidFill>
            <a:srgbClr val="0B1E36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A5E9"/>
                </a:solidFill>
                <a:latin typeface="Segoe UI"/>
              </a:defRPr>
            </a:pPr>
            <a:r>
              <a:t>&lt;&gt;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1300">
                <a:solidFill>
                  <a:srgbClr val="0EA5E9"/>
                </a:solidFill>
                <a:latin typeface="Segoe UI"/>
              </a:defRPr>
            </a:pPr>
            <a:r>
              <a:t>CODEMETRIX  •  From Coding Activity to Actionable Performance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895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Algerian</vt:lpstr>
      <vt:lpstr>Arial</vt:lpstr>
      <vt:lpstr>Calibri</vt:lpstr>
      <vt:lpstr>Segoe UI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Vishnu k</cp:lastModifiedBy>
  <cp:revision>2</cp:revision>
  <dcterms:created xsi:type="dcterms:W3CDTF">2013-01-27T09:14:16Z</dcterms:created>
  <dcterms:modified xsi:type="dcterms:W3CDTF">2026-09-23T05:50:12Z</dcterms:modified>
  <cp:category/>
</cp:coreProperties>
</file>